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6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04/04/2022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>
                <a:solidFill>
                  <a:srgbClr val="FFFFFF"/>
                </a:solidFill>
              </a:rPr>
              <a:t>MHW1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Roberta Russo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1000002423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Descrizione del progetto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it-IT" sz="2000" dirty="0"/>
              <a:t>Ho deciso di realizzare la home-page di un sito di viaggi, nel quale vengono proposte destinazioni con diversi consigli e cose utili da sapere per godersi al meglio il luogo scelto per la propria vacanza.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E3554-1D0A-4FE7-968B-21CF8C90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Layout complessivo HTML+CSS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CB1782D5-94F7-455A-A46E-DE31D7DE4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411" y="288244"/>
            <a:ext cx="4852416" cy="6417356"/>
          </a:xfrm>
        </p:spPr>
      </p:pic>
    </p:spTree>
    <p:extLst>
      <p:ext uri="{BB962C8B-B14F-4D97-AF65-F5344CB8AC3E}">
        <p14:creationId xmlns:p14="http://schemas.microsoft.com/office/powerpoint/2010/main" val="286180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D550FB5-43B6-4284-A626-40ABC6054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665" y="2616673"/>
            <a:ext cx="3990798" cy="1393612"/>
          </a:xfrm>
          <a:prstGeom prst="rect">
            <a:avLst/>
          </a:prstGeom>
        </p:spPr>
      </p:pic>
      <p:pic>
        <p:nvPicPr>
          <p:cNvPr id="15" name="Segnaposto contenuto 14" descr="Immagine che contiene testo&#10;&#10;Descrizione generata automaticamente">
            <a:extLst>
              <a:ext uri="{FF2B5EF4-FFF2-40B4-BE49-F238E27FC236}">
                <a16:creationId xmlns:a16="http://schemas.microsoft.com/office/drawing/2014/main" id="{E52E165C-2F4B-4A18-9850-77D215665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739" y="2714624"/>
            <a:ext cx="3199418" cy="3997959"/>
          </a:xfrm>
        </p:spPr>
      </p:pic>
      <p:pic>
        <p:nvPicPr>
          <p:cNvPr id="4" name="Immagine 3" descr="Immagine che contiene mappa&#10;&#10;Descrizione generata automaticamente">
            <a:extLst>
              <a:ext uri="{FF2B5EF4-FFF2-40B4-BE49-F238E27FC236}">
                <a16:creationId xmlns:a16="http://schemas.microsoft.com/office/drawing/2014/main" id="{AC9C818C-3F81-415A-BAFC-B84D1FF2E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407" y="300733"/>
            <a:ext cx="7271750" cy="2113158"/>
          </a:xfrm>
          <a:prstGeom prst="rect">
            <a:avLst/>
          </a:prstGeom>
        </p:spPr>
      </p:pic>
      <p:sp>
        <p:nvSpPr>
          <p:cNvPr id="3" name="Parentesi graffa aperta 2">
            <a:extLst>
              <a:ext uri="{FF2B5EF4-FFF2-40B4-BE49-F238E27FC236}">
                <a16:creationId xmlns:a16="http://schemas.microsoft.com/office/drawing/2014/main" id="{7D69CD6E-77DB-4730-BFE3-C7A37E6B0B44}"/>
              </a:ext>
            </a:extLst>
          </p:cNvPr>
          <p:cNvSpPr/>
          <p:nvPr/>
        </p:nvSpPr>
        <p:spPr>
          <a:xfrm>
            <a:off x="4310526" y="300733"/>
            <a:ext cx="318624" cy="2080517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8933F77-89A6-445D-91BA-9C667B39053C}"/>
              </a:ext>
            </a:extLst>
          </p:cNvPr>
          <p:cNvSpPr txBox="1"/>
          <p:nvPr/>
        </p:nvSpPr>
        <p:spPr>
          <a:xfrm rot="16200000">
            <a:off x="3759141" y="1156324"/>
            <a:ext cx="829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450px</a:t>
            </a:r>
          </a:p>
        </p:txBody>
      </p:sp>
      <p:pic>
        <p:nvPicPr>
          <p:cNvPr id="11" name="Immagine 10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069D45-21DF-4FCC-B258-D04F230723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377" y="5030564"/>
            <a:ext cx="2873567" cy="16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7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EA3D6A44-904D-45CA-80D1-52837F499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981" y="413252"/>
            <a:ext cx="7283898" cy="685800"/>
          </a:xfr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278AD5C-8696-4B3E-851A-1F5477758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710" y="1320642"/>
            <a:ext cx="3629532" cy="347711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0FFCC87-18F6-4139-B356-68FE7657E5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412" y="1917616"/>
            <a:ext cx="3434736" cy="4876800"/>
          </a:xfrm>
          <a:prstGeom prst="rect">
            <a:avLst/>
          </a:prstGeom>
        </p:spPr>
      </p:pic>
      <p:sp>
        <p:nvSpPr>
          <p:cNvPr id="3" name="Parentesi graffa aperta 2">
            <a:extLst>
              <a:ext uri="{FF2B5EF4-FFF2-40B4-BE49-F238E27FC236}">
                <a16:creationId xmlns:a16="http://schemas.microsoft.com/office/drawing/2014/main" id="{EE876A57-4FFF-4319-B5D8-4CAB82F63557}"/>
              </a:ext>
            </a:extLst>
          </p:cNvPr>
          <p:cNvSpPr/>
          <p:nvPr/>
        </p:nvSpPr>
        <p:spPr>
          <a:xfrm>
            <a:off x="4504548" y="487067"/>
            <a:ext cx="187062" cy="264467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C2210E-EAB2-4AE5-B89E-03E8CBC02688}"/>
              </a:ext>
            </a:extLst>
          </p:cNvPr>
          <p:cNvSpPr txBox="1"/>
          <p:nvPr/>
        </p:nvSpPr>
        <p:spPr>
          <a:xfrm rot="16200000">
            <a:off x="4042781" y="302401"/>
            <a:ext cx="64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30px</a:t>
            </a:r>
          </a:p>
        </p:txBody>
      </p:sp>
    </p:spTree>
    <p:extLst>
      <p:ext uri="{BB962C8B-B14F-4D97-AF65-F5344CB8AC3E}">
        <p14:creationId xmlns:p14="http://schemas.microsoft.com/office/powerpoint/2010/main" val="356049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296139B-7DBC-424E-B664-C851DADA6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826" y="-10142"/>
            <a:ext cx="2840874" cy="3586480"/>
          </a:xfrm>
          <a:prstGeom prst="rect">
            <a:avLst/>
          </a:prstGeom>
        </p:spPr>
      </p:pic>
      <p:pic>
        <p:nvPicPr>
          <p:cNvPr id="13" name="Immagine 12" descr="Immagine che contiene testo, monitor, screenshot&#10;&#10;Descrizione generata automaticamente">
            <a:extLst>
              <a:ext uri="{FF2B5EF4-FFF2-40B4-BE49-F238E27FC236}">
                <a16:creationId xmlns:a16="http://schemas.microsoft.com/office/drawing/2014/main" id="{0A57362F-B180-4423-9BE8-224EE56A8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856" y="-8195"/>
            <a:ext cx="2361351" cy="3584533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3471D04A-43D1-4571-A97F-335683AE5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761" y="3807753"/>
            <a:ext cx="3201733" cy="3035623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97900A4C-EEBF-40A6-81A8-D304C34715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299" y="4793733"/>
            <a:ext cx="4809601" cy="1967922"/>
          </a:xfrm>
          <a:prstGeom prst="rect">
            <a:avLst/>
          </a:prstGeom>
        </p:spPr>
      </p:pic>
      <p:pic>
        <p:nvPicPr>
          <p:cNvPr id="4" name="Immagine 3" descr="Immagine che contiene testo, schermo&#10;&#10;Descrizione generata automaticamente">
            <a:extLst>
              <a:ext uri="{FF2B5EF4-FFF2-40B4-BE49-F238E27FC236}">
                <a16:creationId xmlns:a16="http://schemas.microsoft.com/office/drawing/2014/main" id="{FBDFC20D-8904-4FE1-B51F-E10D7BD7B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207" y="10138"/>
            <a:ext cx="2494984" cy="356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7" name="Segnaposto contenuto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55ED0361-0E7F-430F-8A72-6E7BB2D1A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251" y="4206692"/>
            <a:ext cx="5837986" cy="2501994"/>
          </a:xfr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9243DE47-0B0D-4057-89DB-D7A459EEA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548" y="2026426"/>
            <a:ext cx="4349619" cy="1577199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3BB2BC1-89D1-4A86-B0C6-0D151CC65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180" y="489909"/>
            <a:ext cx="6447651" cy="579329"/>
          </a:xfrm>
          <a:prstGeom prst="rect">
            <a:avLst/>
          </a:prstGeom>
        </p:spPr>
      </p:pic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688E6F80-C52B-4FB6-AE17-7766FCA73289}"/>
              </a:ext>
            </a:extLst>
          </p:cNvPr>
          <p:cNvSpPr/>
          <p:nvPr/>
        </p:nvSpPr>
        <p:spPr>
          <a:xfrm>
            <a:off x="5292496" y="549492"/>
            <a:ext cx="184715" cy="460162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FCFB7B-91AD-4893-9AEA-C9555E787B86}"/>
              </a:ext>
            </a:extLst>
          </p:cNvPr>
          <p:cNvSpPr txBox="1"/>
          <p:nvPr/>
        </p:nvSpPr>
        <p:spPr>
          <a:xfrm rot="16200000">
            <a:off x="4766804" y="594907"/>
            <a:ext cx="76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150px</a:t>
            </a:r>
          </a:p>
        </p:txBody>
      </p:sp>
    </p:spTree>
    <p:extLst>
      <p:ext uri="{BB962C8B-B14F-4D97-AF65-F5344CB8AC3E}">
        <p14:creationId xmlns:p14="http://schemas.microsoft.com/office/powerpoint/2010/main" val="198389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58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MHW1</vt:lpstr>
      <vt:lpstr>Descrizione del progetto</vt:lpstr>
      <vt:lpstr>Layout complessivo HTML+CSS</vt:lpstr>
      <vt:lpstr>Header</vt:lpstr>
      <vt:lpstr>Menù navigazione</vt:lpstr>
      <vt:lpstr>Sezione contenuti</vt:lpstr>
      <vt:lpstr>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Roberta Russo</cp:lastModifiedBy>
  <cp:revision>35</cp:revision>
  <dcterms:created xsi:type="dcterms:W3CDTF">2021-03-24T16:57:46Z</dcterms:created>
  <dcterms:modified xsi:type="dcterms:W3CDTF">2022-04-04T12:57:55Z</dcterms:modified>
</cp:coreProperties>
</file>